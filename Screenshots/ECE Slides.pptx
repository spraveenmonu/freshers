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7237-CEAE-7E8A-1096-01F72BEC4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1EDC3-10AC-64B5-EF37-F82B1EE90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BC31-3FEA-2692-1351-97E9E856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77693-3672-D4ED-FC20-64DD814F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9308F-1901-C6C6-E92C-2EE57013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34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BE3F-1336-AC5B-63A6-A7F66606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CE5B-13D3-EF20-5659-19E66B415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07624-4DB8-9D7F-2D48-E23F8F57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741D2-81B2-F53F-6DE9-DA902B8B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3741-E03A-6491-4854-B4FFF76F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44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C2C7-257B-D2A9-74FF-125AD88C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50AAC-B221-C0D6-EE8E-35776560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AA6C5-B727-4E6E-6ED7-6779D243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1C0DB-3920-4CC0-2AA8-1B85B432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C4D9-1926-8D59-A05E-924A3FA0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22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C404-10FA-378E-145F-665EE3A2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FD256-DC66-7A77-7058-557797615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C72D7-8394-7E80-A3F1-E0A4A042E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39999-6024-5BFF-1AE3-346AB037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D3BEC-3C96-053F-3296-A708162A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9698D-54A0-E8CA-37D3-9FB85F0B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9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A589-7B83-34E8-9C4F-331C4416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C9CD0-44D9-51AF-2BC8-42897D417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B2A26-06BE-9606-E9A9-8B5DA2F48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8E2E6-4F10-FFAC-4593-8B65D831F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B0693-78ED-310B-4770-BFF3A4670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C0E6C-3AA8-6A27-E861-294195C5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7966E-8D80-2E7A-3F8B-70B5332F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535CF-0C99-1F78-EFF4-FFB0670B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7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E30F-744E-2F7A-0FD8-41D838C7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E9DD1-6A38-5A58-F977-3C6352EB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BB0C3-5019-62E6-C249-1F066F09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4FC23-12C8-1CBF-1B76-CA0C203F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02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507C8-C28C-5A71-8888-AA8A58C2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4E3BA-86AD-6361-4773-3B9AA6B2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09A46-68DF-8DA1-14A5-F5388618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85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FB70-0AC7-AA29-A225-C0D199DE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B6CE-A754-608B-1137-A6350CFD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6F702-2C88-45F4-F40A-C92129954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4D123-07EC-D88E-0648-7AE25DD3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AB5CC-DB75-2F83-5022-005EE48D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14895-AFD9-8BD6-D543-CFE9B4D1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35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7289-13DA-AED6-30F8-4F14757D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F5CAB9-7536-33D8-B1E7-D76A05EA8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EFC26-9B0D-0D9D-E3E0-28D0D8B0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EFBB3-8402-7054-4E1B-5394E83E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EEF6A-CCD4-BE66-D325-FACAA09C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9F84B-B00C-BEDF-2261-9B91AE46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02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481E-5FEA-24BF-4705-5E6EE9E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C6A70-1FA4-1545-D495-1A3960599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00D3C-F18A-C4E7-9B0D-566ADB98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FDB5-DFF9-628D-A812-796E4FFA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E322F-D370-DA94-8E1A-21122875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57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0B7C7-B51E-87C7-717E-32F80DF85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A6ED7-2A17-E34A-1263-033C66610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CF1C-5A71-F157-2696-B453F9BA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091E-5786-FDA6-0C4D-C54EDD1F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36BBE-09E4-D3A5-21CE-E7916004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76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D1DBAD-F158-6FDB-1744-0DB1994F7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C3C-4244-5C4C-F7D7-27176034A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3C28-8DCC-17E7-04AD-3AE1B8FCB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63CC2-2092-4CE0-960B-DD019168E8EC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F5050-5E17-A8D1-6A47-72943F605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C1C2E-59A9-E804-4800-C8A8A703C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9DAF2-6384-453C-B62A-54EF43239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2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F12D-75BF-75B5-D7EB-F1F4D0E44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45B71-1117-A1D6-230E-AE2E248BF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70A24-1352-15FE-6AF9-29C628412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0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63A2-D9CB-7907-A3DD-7C21678F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Head of the Department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E5EF2C-4984-1AA8-8B01-EE141E027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9" t="5526" r="9568" b="12307"/>
          <a:stretch>
            <a:fillRect/>
          </a:stretch>
        </p:blipFill>
        <p:spPr>
          <a:xfrm>
            <a:off x="838200" y="2130457"/>
            <a:ext cx="3657600" cy="35727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525B22-811E-58D6-E027-8E5A1AF4D848}"/>
              </a:ext>
            </a:extLst>
          </p:cNvPr>
          <p:cNvSpPr/>
          <p:nvPr/>
        </p:nvSpPr>
        <p:spPr>
          <a:xfrm>
            <a:off x="4779390" y="2986859"/>
            <a:ext cx="707010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Mrs. </a:t>
            </a:r>
            <a:r>
              <a:rPr lang="en-US" sz="4800" b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E.M.Uma</a:t>
            </a:r>
            <a:r>
              <a:rPr lang="en-US" sz="48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 Selvi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B5C45-479D-7D66-836B-BE2A1CDEA9FA}"/>
              </a:ext>
            </a:extLst>
          </p:cNvPr>
          <p:cNvSpPr txBox="1"/>
          <p:nvPr/>
        </p:nvSpPr>
        <p:spPr>
          <a:xfrm>
            <a:off x="5140116" y="3817856"/>
            <a:ext cx="595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Assistant Professor &amp; Head of the Department,</a:t>
            </a:r>
          </a:p>
          <a:p>
            <a:pPr algn="ctr"/>
            <a:r>
              <a:rPr lang="en-US" dirty="0"/>
              <a:t>Department of Electronics and Communication Engineering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60DE4-8A28-2CE9-3D62-4EB023A29123}"/>
              </a:ext>
            </a:extLst>
          </p:cNvPr>
          <p:cNvSpPr txBox="1"/>
          <p:nvPr/>
        </p:nvSpPr>
        <p:spPr>
          <a:xfrm>
            <a:off x="5469903" y="446123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M.E. Communication Systems | 14+ Years Experience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60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0F41-71B5-D4CC-C61C-2AE62B85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About Department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49F97-0305-EADF-D23C-848EE5DCD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259"/>
            <a:ext cx="10515599" cy="4810845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Placement: </a:t>
            </a:r>
            <a:r>
              <a:rPr lang="en-US" sz="2000" dirty="0"/>
              <a:t>94.4% Placement Success in the last academic year – 17 out of 18 graduating </a:t>
            </a:r>
            <a:r>
              <a:rPr lang="en-US" sz="2000"/>
              <a:t>students placed.</a:t>
            </a:r>
          </a:p>
          <a:p>
            <a:pPr algn="just"/>
            <a:r>
              <a:rPr lang="en-US" sz="2000" b="1"/>
              <a:t>Student </a:t>
            </a:r>
            <a:r>
              <a:rPr lang="en-US" sz="2000" b="1" dirty="0"/>
              <a:t>Innovation </a:t>
            </a:r>
            <a:r>
              <a:rPr lang="en-US" sz="2000" dirty="0"/>
              <a:t>– Students designed and developed a 3D printer entirely from scratch.</a:t>
            </a:r>
          </a:p>
          <a:p>
            <a:pPr algn="just"/>
            <a:r>
              <a:rPr lang="en-US" sz="2000" b="1" dirty="0"/>
              <a:t>Technical Symposiums </a:t>
            </a:r>
            <a:r>
              <a:rPr lang="en-US" sz="2000" dirty="0"/>
              <a:t>– Active participation of students in various technical symposiums.</a:t>
            </a:r>
          </a:p>
          <a:p>
            <a:pPr algn="just"/>
            <a:r>
              <a:rPr lang="en-US" sz="2000" b="1" dirty="0"/>
              <a:t>Paper Presentations </a:t>
            </a:r>
            <a:r>
              <a:rPr lang="en-US" sz="2000" dirty="0"/>
              <a:t>– Students presented technical and research papers at academic events.</a:t>
            </a:r>
          </a:p>
          <a:p>
            <a:pPr algn="just"/>
            <a:r>
              <a:rPr lang="en-US" sz="2000" b="1" dirty="0"/>
              <a:t>Experienced Faculty </a:t>
            </a:r>
            <a:r>
              <a:rPr lang="en-US" sz="2000" dirty="0"/>
              <a:t>– Well-experienced and committed faculty providing academic and project guidance.</a:t>
            </a:r>
          </a:p>
          <a:p>
            <a:pPr algn="just"/>
            <a:r>
              <a:rPr lang="en-US" sz="2000" dirty="0"/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Laboratories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Digital Signal Processing, Devices &amp; Circuits, and Linear Integrated Circuits Laboratories equipped with computers, advanced kits, and facilities for hands-on practical learning.</a:t>
            </a:r>
            <a:endParaRPr lang="en-US" sz="2000" dirty="0"/>
          </a:p>
          <a:p>
            <a:pPr algn="just"/>
            <a:r>
              <a:rPr lang="en-US" sz="2000" dirty="0"/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Academic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Our students consistently demonstrate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good academic performance in university examinations</a:t>
            </a:r>
            <a:endParaRPr lang="en-US" sz="2000" dirty="0"/>
          </a:p>
          <a:p>
            <a:pPr algn="just"/>
            <a:r>
              <a:rPr lang="en-US" sz="2000" b="1" dirty="0"/>
              <a:t>Project-Based Learning </a:t>
            </a:r>
            <a:r>
              <a:rPr lang="en-US" sz="2000" dirty="0"/>
              <a:t>– Students apply classroom concepts through design, development and real-world project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04E2B-220F-9191-33DF-0C84CD8E98C9}"/>
              </a:ext>
            </a:extLst>
          </p:cNvPr>
          <p:cNvSpPr txBox="1"/>
          <p:nvPr/>
        </p:nvSpPr>
        <p:spPr>
          <a:xfrm>
            <a:off x="4147795" y="6372520"/>
            <a:ext cx="441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LEARN • DESIGN • BUILD • TEST • INNOVATE</a:t>
            </a:r>
            <a:endParaRPr lang="en-IN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5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PowerPoint Presentation</vt:lpstr>
      <vt:lpstr>Head of the Department</vt:lpstr>
      <vt:lpstr>About Department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Nesaratnam R</dc:creator>
  <cp:lastModifiedBy>James Nesaratnam R</cp:lastModifiedBy>
  <cp:revision>1</cp:revision>
  <dcterms:created xsi:type="dcterms:W3CDTF">2026-08-26T17:27:13Z</dcterms:created>
  <dcterms:modified xsi:type="dcterms:W3CDTF">2026-08-26T17:35:08Z</dcterms:modified>
</cp:coreProperties>
</file>